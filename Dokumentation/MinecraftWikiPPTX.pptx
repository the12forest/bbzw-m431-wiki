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51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Schwirigkeiten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6" name="Grafik 5" descr="Steve Walk - Spieler Skin - NovaSkin">
            <a:extLst>
              <a:ext uri="{FF2B5EF4-FFF2-40B4-BE49-F238E27FC236}">
                <a16:creationId xmlns:a16="http://schemas.microsoft.com/office/drawing/2014/main" id="{1ACA3FFE-22F3-C126-25B6-3F7E65D29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 flipH="1">
            <a:off x="6649696" y="3429000"/>
            <a:ext cx="2254268" cy="244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Hallo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214</Words>
  <Application>Microsoft Office PowerPoint</Application>
  <PresentationFormat>Breitbild</PresentationFormat>
  <Paragraphs>95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6</cp:revision>
  <dcterms:created xsi:type="dcterms:W3CDTF">2026-05-18T06:51:16Z</dcterms:created>
  <dcterms:modified xsi:type="dcterms:W3CDTF">2026-06-14T14:02:23Z</dcterms:modified>
</cp:coreProperties>
</file>