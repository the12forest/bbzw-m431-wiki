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 varScale="1">
        <p:scale>
          <a:sx n="62" d="100"/>
          <a:sy n="62" d="100"/>
        </p:scale>
        <p:origin x="39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Live Demo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E799E-90E7-5B63-2AE5-FD869A2DD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49696" y="3430324"/>
            <a:ext cx="2259646" cy="244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5257800" cy="315360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1.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Aufgaben verteilen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Webseite zu erstellen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2. Woche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 weiter coden (Claud)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 Server aufsetzen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bereitmachen und schreiben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30D90A5-2619-B7F7-9CB8-3A3ED1F5BA8C}"/>
              </a:ext>
            </a:extLst>
          </p:cNvPr>
          <p:cNvSpPr txBox="1">
            <a:spLocks/>
          </p:cNvSpPr>
          <p:nvPr/>
        </p:nvSpPr>
        <p:spPr>
          <a:xfrm>
            <a:off x="6096000" y="2329830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3.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anfangen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fuehren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und Webseite Testen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mit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2.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E9520CBA-6DC0-A1F0-DEC6-06B9350BF95E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Anfangs langsam nachher schneller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Testphase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Mehrere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Anlaeufe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Meilenstein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 Termine einhalten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Einschaetzung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D0E667D-5584-EB8A-F9A4-BC220FE674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3771" y="3785683"/>
            <a:ext cx="6984459" cy="479898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11A74D4-C5E4-29D5-D11D-2B069C2DFAC0}"/>
              </a:ext>
            </a:extLst>
          </p:cNvPr>
          <p:cNvSpPr/>
          <p:nvPr/>
        </p:nvSpPr>
        <p:spPr>
          <a:xfrm>
            <a:off x="2710774" y="3904034"/>
            <a:ext cx="6770452" cy="243196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F46B003-27A1-CA7E-99F0-CEBAC2F85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055"/>
          <a:stretch>
            <a:fillRect/>
          </a:stretch>
        </p:blipFill>
        <p:spPr>
          <a:xfrm>
            <a:off x="0" y="6379825"/>
            <a:ext cx="12192000" cy="95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2B940-39AD-77C7-CE6C-ED7F17573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FBE418C8-54DD-27EC-1A44-5F7B7B56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AE0DFA6-56B3-15BC-9A7E-5967113E68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7926" b="13982"/>
          <a:stretch>
            <a:fillRect/>
          </a:stretch>
        </p:blipFill>
        <p:spPr>
          <a:xfrm>
            <a:off x="0" y="1915200"/>
            <a:ext cx="12192000" cy="39839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79BE64-1F46-FAF0-DE0F-11D9689B7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52" y="3429000"/>
            <a:ext cx="5810096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de-CH" sz="10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 END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pic>
        <p:nvPicPr>
          <p:cNvPr id="6" name="Grafik 5" descr="Dragon Egg Minecraft Textures - NovaSkin">
            <a:extLst>
              <a:ext uri="{FF2B5EF4-FFF2-40B4-BE49-F238E27FC236}">
                <a16:creationId xmlns:a16="http://schemas.microsoft.com/office/drawing/2014/main" id="{F8DC80EB-6EBB-F605-6608-692EC59724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193800" y="5051822"/>
            <a:ext cx="774699" cy="84732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3182872C-BD4E-96A0-17BE-F9987F1DF01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055"/>
          <a:stretch>
            <a:fillRect/>
          </a:stretch>
        </p:blipFill>
        <p:spPr>
          <a:xfrm>
            <a:off x="0" y="-478175"/>
            <a:ext cx="12192000" cy="95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59665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267</Words>
  <Application>Microsoft Office PowerPoint</Application>
  <PresentationFormat>Breitbild</PresentationFormat>
  <Paragraphs>117</Paragraphs>
  <Slides>13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14</cp:revision>
  <dcterms:created xsi:type="dcterms:W3CDTF">2026-05-18T06:51:16Z</dcterms:created>
  <dcterms:modified xsi:type="dcterms:W3CDTF">2026-06-14T19:15:47Z</dcterms:modified>
</cp:coreProperties>
</file>