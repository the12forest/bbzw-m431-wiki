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99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1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B0D60-FD47-4613-A360-39431EDB966A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96D9F3-6852-45A9-9F91-0B0AC0A7A99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53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96D9F3-6852-45A9-9F91-0B0AC0A7A991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771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33821-3139-0688-3C44-816085C52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590022-6E87-1DC3-D181-3D06F4AEE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31FD43-7957-0E7A-DFD8-37570E50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3B9348-65F4-455A-774B-30772F90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B4C6EE-8163-2252-FA94-D62AD9D6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699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20D21-0953-FDEC-1509-1B6FC8DAD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2239CB-5974-645B-35F3-D6B2D3E3A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42069A-63FC-1013-BF5A-77AEDA22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A2DBBA-1A2B-1650-EA70-38BF855B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37F3EE-8219-2075-106D-482A1B9D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9648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00381-BBA6-AC07-6044-F762E8069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CC5176-5B33-8C48-93CD-36C38D6DA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8C7A5B-9B7C-CD14-F7AB-C2268DB7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80DD8D-C9E2-598A-1ED3-F966DFEE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3F78AD-0970-167A-C851-0C665522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578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094FC1-7B56-3249-8C4D-736809E7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D3704-C7D8-3E13-D691-7A2ED0F12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C2A618-854C-32BF-F994-E5548A6BC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ABBEEE-3B4E-18A9-E9B0-BF2BD38C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73B60-A705-3616-CCB7-6660E4FF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6A7A3C-0BBB-C328-E698-F693A22A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937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9EF8F-511B-8DAE-8A92-343B0F6A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73DD11-9492-8E91-3BE0-6AFABFBBD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B93F61-3396-A421-F2C2-4B4294FF8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53FAB1-308B-413E-A150-54CED1552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B7F6033-85D1-47DF-517E-C45008B1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BCA3F1-983B-876E-9D44-A449F32F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4E404A-DDB8-6521-C9DE-DE8F1C4C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500C833-6E92-799A-61FC-57E62BF9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6759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F4953-548D-2F36-4ACA-A382DB71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411B85-25AD-7F2B-8C9F-98F2DB85C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B76060-E347-7DDF-D14D-4975E563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E77C247-5931-A179-9282-88F44EA83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32052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37D6CE-7B94-623A-E655-1741A8A8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F5A4F-E411-301C-E390-CFB98924C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2D64DB-DBD7-2C26-AACF-D7F6DB46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869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DD7595-C788-231E-DBD6-A76ED8C3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FC5805-51AC-2316-EBCF-B1AE991BA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46D4B38-17AB-0618-0A9E-B587964C7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44EE72-3761-62FA-FD0B-EF5FB335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74A5F1-7499-97E7-7B9E-6AA66D60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5A995-9270-9E0B-9B2D-3C5B078E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67988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F121C-2B1E-E457-A689-960CB7A2E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39D619-A3B6-2911-B1BA-6A2281632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8B196B-82F6-02D4-1D88-4C90FCDA4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5C3A8E-12D9-956A-D9CE-80B59314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FA7D8A-EEBB-0F5E-FF20-022FB192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63BAE6-40B8-3A6F-ACE7-9DED68BA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537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208A7-23E6-F1C7-ABF6-7A1AA856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01A611-F2C8-E113-7AE3-A4791F52E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877575-8207-3971-6C92-05C95716D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129E79-F742-FD4D-D7A5-B2F2697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03CA58-9786-9E24-F0A0-294388F2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3161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E456ACC-F7A5-EDB9-7573-E63C6F990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B356DB-C983-F1C2-1D13-4E5D54419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B89451-BCBE-B050-487D-F77DE5D2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49E642-49D9-BBD7-37DA-CCC8D7D51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408AE-933C-17A3-EBD3-1BB5ED8D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31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9D80EB6-5468-07F3-BA14-F42C6DC9E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EFBCEC-ED66-A74A-68C0-4E9F22202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20BE6B-882F-8D03-7267-071EDF0F1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D9DD8-02BC-4DB7-B292-89D2677F1421}" type="datetimeFigureOut">
              <a:rPr lang="de-CH" smtClean="0"/>
              <a:t>14.06.2026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C72D40-24F2-8EF4-7099-A5A546E87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81D57-FB7A-FC71-97E2-277FAF8E9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CC2F8-486F-4647-984B-ABEC485E8E0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0101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wnw.li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38C76-BDAD-564A-3BBB-649758FC2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2972483"/>
            <a:ext cx="6960759" cy="1086067"/>
          </a:xfrm>
        </p:spPr>
        <p:txBody>
          <a:bodyPr>
            <a:normAutofit/>
          </a:bodyPr>
          <a:lstStyle/>
          <a:p>
            <a:pPr algn="l"/>
            <a:r>
              <a:rPr lang="de-CH" sz="6000" dirty="0">
                <a:solidFill>
                  <a:srgbClr val="FFFFFF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Minecraft Wiki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6365E50-D3BB-9000-212F-104AEE462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8104" y="4150096"/>
            <a:ext cx="6112077" cy="1186108"/>
          </a:xfrm>
        </p:spPr>
        <p:txBody>
          <a:bodyPr>
            <a:normAutofit/>
          </a:bodyPr>
          <a:lstStyle/>
          <a:p>
            <a:pPr algn="l"/>
            <a:r>
              <a:rPr lang="de-CH" dirty="0">
                <a:solidFill>
                  <a:srgbClr val="FFFFFF">
                    <a:alpha val="70000"/>
                  </a:srgbClr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By Mathias, Manuel und Simon</a:t>
            </a:r>
          </a:p>
        </p:txBody>
      </p:sp>
      <p:pic>
        <p:nvPicPr>
          <p:cNvPr id="5" name="Grafik 4" descr="Variations to the Minecraft Logo : r/Minecraft">
            <a:extLst>
              <a:ext uri="{FF2B5EF4-FFF2-40B4-BE49-F238E27FC236}">
                <a16:creationId xmlns:a16="http://schemas.microsoft.com/office/drawing/2014/main" id="{904012FE-E593-29FB-01E9-2D6CE9DDC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94" r="17043"/>
          <a:stretch>
            <a:fillRect/>
          </a:stretch>
        </p:blipFill>
        <p:spPr>
          <a:xfrm>
            <a:off x="3022600" y="2882899"/>
            <a:ext cx="766175" cy="1705775"/>
          </a:xfrm>
          <a:prstGeom prst="rect">
            <a:avLst/>
          </a:prstGeom>
        </p:spPr>
      </p:pic>
      <p:pic>
        <p:nvPicPr>
          <p:cNvPr id="6" name="Grafik 5" descr="Knowledge Book – Minecraft Wiki">
            <a:extLst>
              <a:ext uri="{FF2B5EF4-FFF2-40B4-BE49-F238E27FC236}">
                <a16:creationId xmlns:a16="http://schemas.microsoft.com/office/drawing/2014/main" id="{3A854E6B-DE07-9928-27EE-A01B321FF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995" t="-233" r="56140" b="233"/>
          <a:stretch>
            <a:fillRect/>
          </a:stretch>
        </p:blipFill>
        <p:spPr>
          <a:xfrm>
            <a:off x="2131552" y="2784475"/>
            <a:ext cx="89739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324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9F00D2-03F2-64FC-6B68-453FD31B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561260-804B-1F1C-103E-4F819D922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0093"/>
            <a:ext cx="10515600" cy="315339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Minecraft Wiki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Minecraft Plugin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Informieren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Planen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Entscheiden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Realisieren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Kontrolliren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Auswerten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Live Demo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Schwierigkeiten</a:t>
            </a:r>
          </a:p>
        </p:txBody>
      </p:sp>
    </p:spTree>
    <p:extLst>
      <p:ext uri="{BB962C8B-B14F-4D97-AF65-F5344CB8AC3E}">
        <p14:creationId xmlns:p14="http://schemas.microsoft.com/office/powerpoint/2010/main" val="2050552220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BACBF-661E-5299-3C8E-68617D79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Minecraft Wiki </a:t>
            </a:r>
            <a:r>
              <a:rPr lang="de-CH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fuer</a:t>
            </a:r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Plug-In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4C47D5-4D48-DC49-54B4-11BEB016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375"/>
            <a:ext cx="5257800" cy="3153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Wiki für ein Minecraft Plugin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Selbst gehostete Webseite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Integrierter Plugin Test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URL: 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wiki.wnw.li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82F5774-765D-2DBF-C60F-CB410E3E6E92}"/>
              </a:ext>
            </a:extLst>
          </p:cNvPr>
          <p:cNvSpPr txBox="1"/>
          <p:nvPr/>
        </p:nvSpPr>
        <p:spPr>
          <a:xfrm>
            <a:off x="6096000" y="2338375"/>
            <a:ext cx="5257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Themen: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Overview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Setup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Commands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Config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87649707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276FA-FBB5-30BA-8269-ACB97D76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Plug-In: </a:t>
            </a:r>
            <a:r>
              <a:rPr lang="de-CH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OneBlock</a:t>
            </a:r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by</a:t>
            </a:r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Waldnetworks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A44BB7-47CC-B6C2-F180-F228E3E88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374"/>
            <a:ext cx="10515600" cy="3153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Minecraft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OneBlock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Plugin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Software: Paper,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Spigot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, Purpur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Version: 1.21.x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Dependance: Java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6FE799E-90E7-5B63-2AE5-FD869A2D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649696" y="3430324"/>
            <a:ext cx="2259646" cy="244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64157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D9FB75-71B5-D316-7090-128D3E82D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55467"/>
            <a:ext cx="5257800" cy="3153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Projekt Ziel: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Erstellung Wiki-Seite für </a:t>
            </a:r>
            <a:r>
              <a:rPr lang="de-CH" sz="18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OneBlock</a:t>
            </a: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Plugin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Schneller und einfacher Zugriff auf Plugin Informationen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Temporaerer</a:t>
            </a: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Server </a:t>
            </a:r>
            <a:r>
              <a:rPr lang="de-CH" sz="18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fuer</a:t>
            </a: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</a:t>
            </a:r>
            <a:r>
              <a:rPr lang="de-CH" sz="18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Testing</a:t>
            </a:r>
            <a:endParaRPr lang="de-CH" sz="18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endParaRPr lang="de-CH" sz="18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Ausgangslage: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Entwickeltes Plugin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Downloadbar auf </a:t>
            </a:r>
            <a:r>
              <a:rPr lang="de-CH" sz="18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Modrinth</a:t>
            </a:r>
            <a:endParaRPr lang="de-CH" sz="18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de-CH" sz="18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Keine Informationsquelle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7E26860-792E-2FA9-89A5-BA4BE7A4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Informieren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AE727CE7-622F-94EA-6B3B-22571AEC7DC1}"/>
              </a:ext>
            </a:extLst>
          </p:cNvPr>
          <p:cNvSpPr txBox="1"/>
          <p:nvPr/>
        </p:nvSpPr>
        <p:spPr>
          <a:xfrm>
            <a:off x="6494804" y="2355466"/>
            <a:ext cx="485899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7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Risiken: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CH" sz="17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KI programmiert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CH" sz="17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Eingeschraenkter</a:t>
            </a:r>
            <a:r>
              <a:rPr lang="de-CH" sz="17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Einfluss auf Projekt</a:t>
            </a:r>
          </a:p>
          <a:p>
            <a:endParaRPr lang="de-CH" sz="1700" dirty="0"/>
          </a:p>
        </p:txBody>
      </p:sp>
    </p:spTree>
    <p:extLst>
      <p:ext uri="{BB962C8B-B14F-4D97-AF65-F5344CB8AC3E}">
        <p14:creationId xmlns:p14="http://schemas.microsoft.com/office/powerpoint/2010/main" val="2686525300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40E694-ADF0-8183-63CD-AF41E245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Planen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705BE5-B672-7058-7AC1-D0B1DDF8F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830"/>
            <a:ext cx="10515600" cy="3153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1 Woche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Aufgaben verteilen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Angefangen Webseite zu erstellen</a:t>
            </a:r>
          </a:p>
          <a:p>
            <a:pPr>
              <a:buFont typeface="Wingdings" panose="05000000000000000000" pitchFamily="2" charset="2"/>
              <a:buChar char="§"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2 Woche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Webseite weiter coden (Claud)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Demo Server aufsetzen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Dokumente bereitmachen und schreiben</a:t>
            </a:r>
          </a:p>
          <a:p>
            <a:pPr>
              <a:buFont typeface="Wingdings" panose="05000000000000000000" pitchFamily="2" charset="2"/>
              <a:buChar char="§"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3 Woche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Praesentation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anfangen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Dokumente weiter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fuehren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Server und Webseite Testen</a:t>
            </a:r>
          </a:p>
          <a:p>
            <a:pPr>
              <a:buFont typeface="Wingdings" panose="05000000000000000000" pitchFamily="2" charset="2"/>
              <a:buChar char="§"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888412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36277-DD68-4AC7-F980-0730E932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Entscheiden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5EFD5B-DB24-BE03-B94F-86AD38E6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1283"/>
            <a:ext cx="10515600" cy="3153600"/>
          </a:xfrm>
        </p:spPr>
        <p:txBody>
          <a:bodyPr/>
          <a:lstStyle/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Optionen: BBZW, Manuel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Entscheid: Manuel</a:t>
            </a: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Coden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Optionen: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Vibecoding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, Selbst coden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Entscheid: Selbst coden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A564887-9C38-DA2D-0C65-9FE756183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46" b="86128"/>
          <a:stretch>
            <a:fillRect/>
          </a:stretch>
        </p:blipFill>
        <p:spPr>
          <a:xfrm>
            <a:off x="7053600" y="4948424"/>
            <a:ext cx="957600" cy="9513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0ABA663-AE9C-3CED-231B-5837B7FC0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146" b="86129"/>
          <a:stretch>
            <a:fillRect/>
          </a:stretch>
        </p:blipFill>
        <p:spPr>
          <a:xfrm>
            <a:off x="8011200" y="4948424"/>
            <a:ext cx="957600" cy="95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05033"/>
      </p:ext>
    </p:extLst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8C76E-CF97-D29B-929A-52D25C08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Realisieren</a:t>
            </a:r>
            <a:r>
              <a:rPr lang="de-CH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9AA14E-413D-1AC0-85C1-EA55B071E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8377"/>
            <a:ext cx="10515600" cy="31536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Angefangen zum Coden</a:t>
            </a:r>
          </a:p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Umgestiegen auf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Vibecoding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Probleme mit Server und Webseite</a:t>
            </a:r>
          </a:p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Weiter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Vibecoding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Praesentation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vorbereiten</a:t>
            </a:r>
          </a:p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Dokumentationen schreiben</a:t>
            </a:r>
          </a:p>
          <a:p>
            <a:pPr marL="514350" indent="-514350">
              <a:buFont typeface="+mj-lt"/>
              <a:buAutoNum type="arabicPeriod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Praesentation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ueben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Alles nochmal anschauen und kleine Sachen fixen</a:t>
            </a:r>
          </a:p>
          <a:p>
            <a:pPr marL="514350" indent="-514350">
              <a:buFont typeface="+mj-lt"/>
              <a:buAutoNum type="arabicPeriod"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77514"/>
      </p:ext>
    </p:extLst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283D7-C9C8-AA77-5068-4C7CEA81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Kontrollieren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B1B31-2E22-87EB-1077-EEB77EEB2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2737"/>
            <a:ext cx="10515600" cy="3153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Vollstaendigkeit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/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Funktionalitaet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Webseite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Server</a:t>
            </a: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Server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Starten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Verbinden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Beenden</a:t>
            </a:r>
          </a:p>
        </p:txBody>
      </p:sp>
    </p:spTree>
    <p:extLst>
      <p:ext uri="{BB962C8B-B14F-4D97-AF65-F5344CB8AC3E}">
        <p14:creationId xmlns:p14="http://schemas.microsoft.com/office/powerpoint/2010/main" val="3618105742"/>
      </p:ext>
    </p:extLst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4A5EE-442D-A1E2-71CF-6719C924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Auswerten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B8F79F-9D09-679A-D740-E3FEADA75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189"/>
            <a:ext cx="5257800" cy="3153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Zusammenarbeit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Gute Aufgabenverteilung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Zuegiges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Arbeiten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Transparente Kommunikation</a:t>
            </a:r>
          </a:p>
          <a:p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Produkt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Erfuellte</a:t>
            </a: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 Kriterien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Sehr gelungen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Ansprechende Gestaltung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4471C49-9D56-EB40-A956-E122906AF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0" r="92146" b="13916"/>
          <a:stretch>
            <a:fillRect/>
          </a:stretch>
        </p:blipFill>
        <p:spPr>
          <a:xfrm>
            <a:off x="-487113" y="1911992"/>
            <a:ext cx="957600" cy="3991615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2C7E5C16-EC97-9877-6717-D5E97F6C1995}"/>
              </a:ext>
            </a:extLst>
          </p:cNvPr>
          <p:cNvSpPr txBox="1">
            <a:spLocks/>
          </p:cNvSpPr>
          <p:nvPr/>
        </p:nvSpPr>
        <p:spPr>
          <a:xfrm>
            <a:off x="6096000" y="2304189"/>
            <a:ext cx="5257800" cy="3153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Informieren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Klares Ziel, Ressourcen, Anforderungen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Fertige Planung</a:t>
            </a: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Planen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2 Lektion fertig</a:t>
            </a: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Entscheidung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Schnelle Entscheidung</a:t>
            </a: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9520CBA-6DC0-A1F0-DEC6-06B9350BF95E}"/>
              </a:ext>
            </a:extLst>
          </p:cNvPr>
          <p:cNvSpPr txBox="1">
            <a:spLocks/>
          </p:cNvSpPr>
          <p:nvPr/>
        </p:nvSpPr>
        <p:spPr>
          <a:xfrm>
            <a:off x="6096000" y="2304189"/>
            <a:ext cx="5257800" cy="3153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Realisierung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Anfangs langsam nachher schneller</a:t>
            </a:r>
          </a:p>
          <a:p>
            <a:pPr>
              <a:buFont typeface="Wingdings" panose="05000000000000000000" pitchFamily="2" charset="2"/>
              <a:buChar char="§"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Testphase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Mehrere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Anlaeufe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Meilenstein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Alle Termine einhalten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Gute </a:t>
            </a:r>
            <a:r>
              <a:rPr lang="de-CH" sz="2000" dirty="0" err="1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Einschautzung</a:t>
            </a: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  <a:p>
            <a:pPr marL="0" indent="0">
              <a:buNone/>
            </a:pPr>
            <a:endParaRPr lang="de-CH" sz="2000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514575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75603-4453-49BC-28BE-8003E4A8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Life Demo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461D4DE-686E-DF2C-43D7-696F5A8E8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0" r="92146" b="13916"/>
          <a:stretch>
            <a:fillRect/>
          </a:stretch>
        </p:blipFill>
        <p:spPr>
          <a:xfrm>
            <a:off x="11712967" y="1911992"/>
            <a:ext cx="957600" cy="3991615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D0E667D-5584-EB8A-F9A4-BC220FE67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03771" y="3785683"/>
            <a:ext cx="6984459" cy="479898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11A74D4-C5E4-29D5-D11D-2B069C2DFAC0}"/>
              </a:ext>
            </a:extLst>
          </p:cNvPr>
          <p:cNvSpPr/>
          <p:nvPr/>
        </p:nvSpPr>
        <p:spPr>
          <a:xfrm>
            <a:off x="2710774" y="3904034"/>
            <a:ext cx="6770452" cy="243196"/>
          </a:xfrm>
          <a:prstGeom prst="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68400208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418F4-A3C8-D5D0-D4EA-770DBD14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Schwierigkeiten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81DB675-0EF2-8E3D-7874-D56D27033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189"/>
            <a:ext cx="10515600" cy="3153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Zeitmangel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Server Problem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CH" sz="20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Fehlschlag bei Einsatz </a:t>
            </a:r>
            <a:r>
              <a:rPr lang="de-CH" sz="200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von KI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F46B003-27A1-CA7E-99F0-CEBAC2F85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55"/>
          <a:stretch>
            <a:fillRect/>
          </a:stretch>
        </p:blipFill>
        <p:spPr>
          <a:xfrm>
            <a:off x="0" y="6379825"/>
            <a:ext cx="12192000" cy="9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00107"/>
      </p:ext>
    </p:extLst>
  </p:cSld>
  <p:clrMapOvr>
    <a:masterClrMapping/>
  </p:clrMapOvr>
  <p:transition spd="slow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2B940-39AD-77C7-CE6C-ED7F1757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FBE418C8-54DD-27EC-1A44-5F7B7B569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AE0DFA6-56B3-15BC-9A7E-5967113E6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7926" b="13982"/>
          <a:stretch>
            <a:fillRect/>
          </a:stretch>
        </p:blipFill>
        <p:spPr>
          <a:xfrm>
            <a:off x="0" y="1915200"/>
            <a:ext cx="12192000" cy="39839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B79BE64-1F46-FAF0-DE0F-11D9689B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082" y="3429000"/>
            <a:ext cx="2711837" cy="1325563"/>
          </a:xfrm>
        </p:spPr>
        <p:txBody>
          <a:bodyPr>
            <a:normAutofit fontScale="90000"/>
          </a:bodyPr>
          <a:lstStyle/>
          <a:p>
            <a:r>
              <a:rPr lang="de-CH" sz="10700" dirty="0">
                <a:solidFill>
                  <a:schemeClr val="bg1"/>
                </a:solidFill>
                <a:latin typeface="Minecraft" panose="02000603000000000000" pitchFamily="2" charset="0"/>
                <a:ea typeface="Minecraft" panose="02000603000000000000" pitchFamily="2" charset="0"/>
              </a:rPr>
              <a:t>END</a:t>
            </a:r>
            <a:endParaRPr lang="de-CH" dirty="0">
              <a:solidFill>
                <a:schemeClr val="bg1"/>
              </a:solidFill>
              <a:latin typeface="Minecraft" panose="02000603000000000000" pitchFamily="2" charset="0"/>
              <a:ea typeface="Minecraft" panose="02000603000000000000" pitchFamily="2" charset="0"/>
            </a:endParaRPr>
          </a:p>
        </p:txBody>
      </p:sp>
      <p:pic>
        <p:nvPicPr>
          <p:cNvPr id="6" name="Grafik 5" descr="Dragon Egg Minecraft Textures - NovaSkin">
            <a:extLst>
              <a:ext uri="{FF2B5EF4-FFF2-40B4-BE49-F238E27FC236}">
                <a16:creationId xmlns:a16="http://schemas.microsoft.com/office/drawing/2014/main" id="{F8DC80EB-6EBB-F605-6608-692EC59724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193800" y="5051822"/>
            <a:ext cx="774699" cy="84732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182872C-BD4E-96A0-17BE-F9987F1DF0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55"/>
          <a:stretch>
            <a:fillRect/>
          </a:stretch>
        </p:blipFill>
        <p:spPr>
          <a:xfrm>
            <a:off x="0" y="-478175"/>
            <a:ext cx="12192000" cy="9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9665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262</Words>
  <Application>Microsoft Office PowerPoint</Application>
  <PresentationFormat>Breitbild</PresentationFormat>
  <Paragraphs>118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Minecraft</vt:lpstr>
      <vt:lpstr>Wingdings</vt:lpstr>
      <vt:lpstr>Office</vt:lpstr>
      <vt:lpstr>Minecraft Wiki</vt:lpstr>
      <vt:lpstr>Ablauf</vt:lpstr>
      <vt:lpstr>Minecraft Wiki fuer Plug-In</vt:lpstr>
      <vt:lpstr>Plug-In: OneBlock by Waldnetworks</vt:lpstr>
      <vt:lpstr>Informieren</vt:lpstr>
      <vt:lpstr>Planen</vt:lpstr>
      <vt:lpstr>Entscheiden</vt:lpstr>
      <vt:lpstr>Realisieren </vt:lpstr>
      <vt:lpstr>Kontrollieren </vt:lpstr>
      <vt:lpstr>Auswerten</vt:lpstr>
      <vt:lpstr>Life Demo</vt:lpstr>
      <vt:lpstr>Schwierigkeiten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Hofmann</dc:creator>
  <cp:lastModifiedBy>Städelin Mathias CKW</cp:lastModifiedBy>
  <cp:revision>12</cp:revision>
  <dcterms:created xsi:type="dcterms:W3CDTF">2026-05-18T06:51:16Z</dcterms:created>
  <dcterms:modified xsi:type="dcterms:W3CDTF">2026-06-14T18:10:30Z</dcterms:modified>
</cp:coreProperties>
</file>