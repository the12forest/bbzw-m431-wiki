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67EDB9-CD77-4D39-8D7D-F9BE6D8A8DFA}" v="3" dt="2026-05-18T07:06:18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99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" y="2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37188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5051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4982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683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326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446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241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262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443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91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6193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95148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9187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51661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97369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7753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D9DD8-02BC-4DB7-B292-89D2677F1421}" type="datetimeFigureOut">
              <a:rPr lang="de-CH" smtClean="0"/>
              <a:t>01.06.2026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4769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38C76-BDAD-564A-3BBB-649758FC2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de-CH" sz="6000">
                <a:solidFill>
                  <a:srgbClr val="FFFFFF"/>
                </a:solidFill>
              </a:rPr>
              <a:t>Minecraft Wiki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6365E50-D3BB-9000-212F-104AEE462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8104" y="3962088"/>
            <a:ext cx="6112077" cy="1186108"/>
          </a:xfrm>
        </p:spPr>
        <p:txBody>
          <a:bodyPr>
            <a:normAutofit/>
          </a:bodyPr>
          <a:lstStyle/>
          <a:p>
            <a:pPr algn="l"/>
            <a:endParaRPr lang="de-CH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932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F00D2-03F2-64FC-6B68-453FD31B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561260-804B-1F1C-103E-4F819D922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Unser Projekt </a:t>
            </a:r>
          </a:p>
          <a:p>
            <a:r>
              <a:rPr lang="de-CH" dirty="0"/>
              <a:t>Planung </a:t>
            </a:r>
          </a:p>
          <a:p>
            <a:r>
              <a:rPr lang="de-CH" dirty="0"/>
              <a:t>Prozess</a:t>
            </a:r>
          </a:p>
          <a:p>
            <a:r>
              <a:rPr lang="de-CH" dirty="0"/>
              <a:t>Unsere Webseite</a:t>
            </a:r>
          </a:p>
          <a:p>
            <a:r>
              <a:rPr lang="de-CH" dirty="0"/>
              <a:t>Schwierigkeiten 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50552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BACBF-661E-5299-3C8E-68617D79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Minecraft Wiki für Plug-In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4C47D5-4D48-DC49-54B4-11BEB016F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Alle Informationen sind auf dem Wiki </a:t>
            </a:r>
          </a:p>
          <a:p>
            <a:r>
              <a:rPr lang="de-CH" dirty="0"/>
              <a:t>Erstellt Temporärer Server</a:t>
            </a:r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87649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276FA-FBB5-30BA-8269-ACB97D76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Plug-In: </a:t>
            </a:r>
            <a:r>
              <a:rPr lang="de-CH" dirty="0" err="1"/>
              <a:t>OneBlock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Waldnetworks</a:t>
            </a:r>
            <a:br>
              <a:rPr lang="de-CH" b="1" dirty="0"/>
            </a:b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A44BB7-47CC-B6C2-F180-F228E3E88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43364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26860-792E-2FA9-89A5-BA4BE7A4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Informieren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D9FB75-71B5-D316-7090-128D3E82D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8652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40E694-ADF0-8183-63CD-AF41E245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Planen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705BE5-B672-7058-7AC1-D0B1DDF8F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688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36277-DD68-4AC7-F980-0730E932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Entscheiden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5EFD5B-DB24-BE03-B94F-86AD38E6C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87705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A8C76E-CF97-D29B-929A-52D25C08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Realisieren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9AA14E-413D-1AC0-85C1-EA55B071E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387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283D7-C9C8-AA77-5068-4C7CEA81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Kontrolieren</a:t>
            </a:r>
            <a:r>
              <a:rPr lang="de-CH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6B1B31-2E22-87EB-1077-EEB77EEB2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810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4A5EE-442D-A1E2-71CF-6719C924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Auswerten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B8F79F-9D09-679A-D740-E3FEADA75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41514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775603-4453-49BC-28BE-8003E4A8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Life 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83201C-159E-B500-957B-CB7824856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8400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418F4-A3C8-D5D0-D4EA-770DBD14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Schwierigkeiten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048CFD-0294-3CD4-2393-96EA5FAC2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01001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38</Words>
  <Application>Microsoft Office PowerPoint</Application>
  <PresentationFormat>Breitbild</PresentationFormat>
  <Paragraphs>19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Facette</vt:lpstr>
      <vt:lpstr>Minecraft Wiki</vt:lpstr>
      <vt:lpstr>Ablauf</vt:lpstr>
      <vt:lpstr>Minecraft Wiki für Plug-In</vt:lpstr>
      <vt:lpstr>Plug-In: OneBlock by Waldnetworks </vt:lpstr>
      <vt:lpstr>Informieren</vt:lpstr>
      <vt:lpstr>Planen</vt:lpstr>
      <vt:lpstr>Entscheiden</vt:lpstr>
      <vt:lpstr>Realisieren </vt:lpstr>
      <vt:lpstr>Kontrolieren </vt:lpstr>
      <vt:lpstr>Auswerten</vt:lpstr>
      <vt:lpstr>Life Demo</vt:lpstr>
      <vt:lpstr>Schwierigkeiten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Hofmann</dc:creator>
  <cp:lastModifiedBy>Simon Hofmann</cp:lastModifiedBy>
  <cp:revision>2</cp:revision>
  <dcterms:created xsi:type="dcterms:W3CDTF">2026-05-18T06:51:16Z</dcterms:created>
  <dcterms:modified xsi:type="dcterms:W3CDTF">2026-06-01T07:13:40Z</dcterms:modified>
</cp:coreProperties>
</file>